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72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/>
    <p:restoredTop sz="94668"/>
  </p:normalViewPr>
  <p:slideViewPr>
    <p:cSldViewPr snapToGrid="0">
      <p:cViewPr>
        <p:scale>
          <a:sx n="98" d="100"/>
          <a:sy n="98" d="100"/>
        </p:scale>
        <p:origin x="107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6D62F-294C-E64A-BA14-F14BBB4E7C2F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3963" y="1143000"/>
            <a:ext cx="4410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4094C-0284-4D41-AFC6-B2EE26AC0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91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4094C-0284-4D41-AFC6-B2EE26AC05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7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47539"/>
            <a:ext cx="7772400" cy="2228427"/>
          </a:xfrm>
        </p:spPr>
        <p:txBody>
          <a:bodyPr anchor="b"/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361902"/>
            <a:ext cx="6858000" cy="1545378"/>
          </a:xfrm>
        </p:spPr>
        <p:txBody>
          <a:bodyPr/>
          <a:lstStyle>
            <a:lvl1pPr marL="0" indent="0" algn="ctr">
              <a:buNone/>
              <a:defRPr sz="2240"/>
            </a:lvl1pPr>
            <a:lvl2pPr marL="426705" indent="0" algn="ctr">
              <a:buNone/>
              <a:defRPr sz="1867"/>
            </a:lvl2pPr>
            <a:lvl3pPr marL="853410" indent="0" algn="ctr">
              <a:buNone/>
              <a:defRPr sz="1680"/>
            </a:lvl3pPr>
            <a:lvl4pPr marL="1280114" indent="0" algn="ctr">
              <a:buNone/>
              <a:defRPr sz="1493"/>
            </a:lvl4pPr>
            <a:lvl5pPr marL="1706819" indent="0" algn="ctr">
              <a:buNone/>
              <a:defRPr sz="1493"/>
            </a:lvl5pPr>
            <a:lvl6pPr marL="2133524" indent="0" algn="ctr">
              <a:buNone/>
              <a:defRPr sz="1493"/>
            </a:lvl6pPr>
            <a:lvl7pPr marL="2560229" indent="0" algn="ctr">
              <a:buNone/>
              <a:defRPr sz="1493"/>
            </a:lvl7pPr>
            <a:lvl8pPr marL="2986933" indent="0" algn="ctr">
              <a:buNone/>
              <a:defRPr sz="1493"/>
            </a:lvl8pPr>
            <a:lvl9pPr marL="3413638" indent="0" algn="ctr">
              <a:buNone/>
              <a:defRPr sz="14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5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1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595757"/>
            <a:ext cx="7886700" cy="2662555"/>
          </a:xfrm>
        </p:spPr>
        <p:txBody>
          <a:bodyPr anchor="b"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283500"/>
            <a:ext cx="7886700" cy="1400175"/>
          </a:xfrm>
        </p:spPr>
        <p:txBody>
          <a:bodyPr/>
          <a:lstStyle>
            <a:lvl1pPr marL="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1pPr>
            <a:lvl2pPr marL="426705" indent="0">
              <a:buNone/>
              <a:defRPr sz="1867">
                <a:solidFill>
                  <a:schemeClr val="tx1">
                    <a:tint val="82000"/>
                  </a:schemeClr>
                </a:solidFill>
              </a:defRPr>
            </a:lvl2pPr>
            <a:lvl3pPr marL="85341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3pPr>
            <a:lvl4pPr marL="1280114" indent="0">
              <a:buNone/>
              <a:defRPr sz="1493">
                <a:solidFill>
                  <a:schemeClr val="tx1">
                    <a:tint val="82000"/>
                  </a:schemeClr>
                </a:solidFill>
              </a:defRPr>
            </a:lvl4pPr>
            <a:lvl5pPr marL="1706819" indent="0">
              <a:buNone/>
              <a:defRPr sz="1493">
                <a:solidFill>
                  <a:schemeClr val="tx1">
                    <a:tint val="82000"/>
                  </a:schemeClr>
                </a:solidFill>
              </a:defRPr>
            </a:lvl5pPr>
            <a:lvl6pPr marL="2133524" indent="0">
              <a:buNone/>
              <a:defRPr sz="1493">
                <a:solidFill>
                  <a:schemeClr val="tx1">
                    <a:tint val="82000"/>
                  </a:schemeClr>
                </a:solidFill>
              </a:defRPr>
            </a:lvl6pPr>
            <a:lvl7pPr marL="2560229" indent="0">
              <a:buNone/>
              <a:defRPr sz="1493">
                <a:solidFill>
                  <a:schemeClr val="tx1">
                    <a:tint val="82000"/>
                  </a:schemeClr>
                </a:solidFill>
              </a:defRPr>
            </a:lvl7pPr>
            <a:lvl8pPr marL="2986933" indent="0">
              <a:buNone/>
              <a:defRPr sz="1493">
                <a:solidFill>
                  <a:schemeClr val="tx1">
                    <a:tint val="82000"/>
                  </a:schemeClr>
                </a:solidFill>
              </a:defRPr>
            </a:lvl8pPr>
            <a:lvl9pPr marL="3413638" indent="0">
              <a:buNone/>
              <a:defRPr sz="149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3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703917"/>
            <a:ext cx="38862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703917"/>
            <a:ext cx="38862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0785"/>
            <a:ext cx="788670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569085"/>
            <a:ext cx="3868340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338070"/>
            <a:ext cx="386834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569085"/>
            <a:ext cx="3887391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338070"/>
            <a:ext cx="3887391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0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61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7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26720"/>
            <a:ext cx="2949178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21598"/>
            <a:ext cx="4629150" cy="4548717"/>
          </a:xfrm>
        </p:spPr>
        <p:txBody>
          <a:bodyPr/>
          <a:lstStyle>
            <a:lvl1pPr>
              <a:defRPr sz="2987"/>
            </a:lvl1pPr>
            <a:lvl2pPr>
              <a:defRPr sz="2613"/>
            </a:lvl2pPr>
            <a:lvl3pPr>
              <a:defRPr sz="224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920240"/>
            <a:ext cx="2949178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0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26720"/>
            <a:ext cx="2949178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21598"/>
            <a:ext cx="4629150" cy="4548717"/>
          </a:xfrm>
        </p:spPr>
        <p:txBody>
          <a:bodyPr anchor="t"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920240"/>
            <a:ext cx="2949178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0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35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40783"/>
            <a:ext cx="1971675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40783"/>
            <a:ext cx="5800725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6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40785"/>
            <a:ext cx="788670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703917"/>
            <a:ext cx="788670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932595"/>
            <a:ext cx="20574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94CF4-DC5B-F746-A6B2-66C89B28EAF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932595"/>
            <a:ext cx="30861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932595"/>
            <a:ext cx="20574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37CBA-4CC8-934D-A068-06D829C1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2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53410" rtl="0" eaLnBrk="1" latinLnBrk="0" hangingPunct="1">
        <a:lnSpc>
          <a:spcPct val="90000"/>
        </a:lnSpc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352" indent="-213352" algn="l" defTabSz="8534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1pPr>
      <a:lvl2pPr marL="64005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DB13107-7863-B591-4390-59FF785BD0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392CA5-B258-0BDD-7C6B-91AC99CA9B78}"/>
              </a:ext>
            </a:extLst>
          </p:cNvPr>
          <p:cNvSpPr/>
          <p:nvPr/>
        </p:nvSpPr>
        <p:spPr>
          <a:xfrm>
            <a:off x="45720" y="3224674"/>
            <a:ext cx="9052560" cy="3136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3EC8C7-60EA-14B4-32F2-D95A563A694D}"/>
              </a:ext>
            </a:extLst>
          </p:cNvPr>
          <p:cNvSpPr/>
          <p:nvPr/>
        </p:nvSpPr>
        <p:spPr>
          <a:xfrm>
            <a:off x="45720" y="45720"/>
            <a:ext cx="9052560" cy="3136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649794-0E45-E60D-98C0-F23FE9C918E5}"/>
              </a:ext>
            </a:extLst>
          </p:cNvPr>
          <p:cNvSpPr/>
          <p:nvPr/>
        </p:nvSpPr>
        <p:spPr>
          <a:xfrm>
            <a:off x="1094279" y="5110636"/>
            <a:ext cx="3404768" cy="472571"/>
          </a:xfrm>
          <a:prstGeom prst="rect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A7EF6-D842-76DB-CCFE-1D47189752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2978" t="8217" r="3927" b="10808"/>
          <a:stretch/>
        </p:blipFill>
        <p:spPr>
          <a:xfrm>
            <a:off x="1030529" y="3318145"/>
            <a:ext cx="4086330" cy="211003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54FD9AD-C2C7-1F77-4D44-44E90AC1C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485" r="485"/>
          <a:stretch/>
        </p:blipFill>
        <p:spPr bwMode="auto">
          <a:xfrm>
            <a:off x="1630593" y="454124"/>
            <a:ext cx="3232372" cy="254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ree Light Cliparts, Download Free Light Cliparts png images, Free ClipArts  on Clipart Library">
            <a:extLst>
              <a:ext uri="{FF2B5EF4-FFF2-40B4-BE49-F238E27FC236}">
                <a16:creationId xmlns:a16="http://schemas.microsoft.com/office/drawing/2014/main" id="{9E9680D7-F700-98A7-0AD5-4CDD32888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170" y="315852"/>
            <a:ext cx="1372230" cy="169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6E2541-E6DC-5DF4-9689-AC0DE2D39B30}"/>
              </a:ext>
            </a:extLst>
          </p:cNvPr>
          <p:cNvCxnSpPr>
            <a:cxnSpLocks/>
          </p:cNvCxnSpPr>
          <p:nvPr/>
        </p:nvCxnSpPr>
        <p:spPr>
          <a:xfrm>
            <a:off x="5064020" y="1408638"/>
            <a:ext cx="15041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241869-B377-DFA9-0E7B-BE4FB08AC084}"/>
              </a:ext>
            </a:extLst>
          </p:cNvPr>
          <p:cNvSpPr txBox="1"/>
          <p:nvPr/>
        </p:nvSpPr>
        <p:spPr>
          <a:xfrm>
            <a:off x="4877100" y="1514704"/>
            <a:ext cx="1867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lbert Sans Medium" pitchFamily="2" charset="77"/>
              </a:rPr>
              <a:t>Takes some time for it to turn 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A0E6DE-4E39-9123-BBB0-3CF7328984DE}"/>
              </a:ext>
            </a:extLst>
          </p:cNvPr>
          <p:cNvGrpSpPr/>
          <p:nvPr/>
        </p:nvGrpSpPr>
        <p:grpSpPr>
          <a:xfrm>
            <a:off x="1094280" y="3892633"/>
            <a:ext cx="7010865" cy="894389"/>
            <a:chOff x="2011244" y="4777171"/>
            <a:chExt cx="7010865" cy="894389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EE4AD03-C82E-689A-9DA8-7976B6B136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1244" y="5317536"/>
              <a:ext cx="680953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E4DF71-8553-623E-24ED-9C9D1AD10B10}"/>
                </a:ext>
              </a:extLst>
            </p:cNvPr>
            <p:cNvSpPr txBox="1"/>
            <p:nvPr/>
          </p:nvSpPr>
          <p:spPr>
            <a:xfrm>
              <a:off x="3728298" y="4803140"/>
              <a:ext cx="12314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dirty="0">
                  <a:solidFill>
                    <a:srgbClr val="FF0000"/>
                  </a:solidFill>
                  <a:latin typeface="Albert Sans Medium" pitchFamily="2" charset="77"/>
                </a:rPr>
                <a:t>Button Press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EC3F9A-2C4E-C852-EA94-3FFCEA0854CF}"/>
                </a:ext>
              </a:extLst>
            </p:cNvPr>
            <p:cNvSpPr/>
            <p:nvPr/>
          </p:nvSpPr>
          <p:spPr>
            <a:xfrm>
              <a:off x="4163743" y="5137282"/>
              <a:ext cx="360537" cy="36050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E34521-0BF4-DE7D-32DD-E81958A3D9EC}"/>
                </a:ext>
              </a:extLst>
            </p:cNvPr>
            <p:cNvSpPr txBox="1"/>
            <p:nvPr/>
          </p:nvSpPr>
          <p:spPr>
            <a:xfrm>
              <a:off x="6943227" y="4777171"/>
              <a:ext cx="15696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dirty="0">
                  <a:solidFill>
                    <a:srgbClr val="00B050"/>
                  </a:solidFill>
                  <a:latin typeface="Albert Sans Medium" pitchFamily="2" charset="77"/>
                </a:rPr>
                <a:t>Light Turning 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C25961-6F31-28C6-9F1D-7CE1823C7123}"/>
                </a:ext>
              </a:extLst>
            </p:cNvPr>
            <p:cNvSpPr txBox="1"/>
            <p:nvPr/>
          </p:nvSpPr>
          <p:spPr>
            <a:xfrm>
              <a:off x="8467149" y="5363783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>
                  <a:latin typeface="Albert Sans Medium" pitchFamily="2" charset="77"/>
                </a:rPr>
                <a:t>time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8B66B1D-2453-19BF-FA03-DB0D61C214C4}"/>
                </a:ext>
              </a:extLst>
            </p:cNvPr>
            <p:cNvSpPr/>
            <p:nvPr/>
          </p:nvSpPr>
          <p:spPr>
            <a:xfrm>
              <a:off x="7550841" y="5137282"/>
              <a:ext cx="360537" cy="36050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FCA0B8-1575-2CCC-76E7-007C93B76828}"/>
              </a:ext>
            </a:extLst>
          </p:cNvPr>
          <p:cNvGrpSpPr/>
          <p:nvPr/>
        </p:nvGrpSpPr>
        <p:grpSpPr>
          <a:xfrm>
            <a:off x="4307680" y="4252744"/>
            <a:ext cx="1720695" cy="809540"/>
            <a:chOff x="5272944" y="5137282"/>
            <a:chExt cx="1720695" cy="80954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1C7627-B467-AA6F-5BF7-3400076EBC64}"/>
                </a:ext>
              </a:extLst>
            </p:cNvPr>
            <p:cNvSpPr txBox="1"/>
            <p:nvPr/>
          </p:nvSpPr>
          <p:spPr>
            <a:xfrm>
              <a:off x="5453212" y="5423602"/>
              <a:ext cx="15404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solidFill>
                    <a:srgbClr val="00B0F0"/>
                  </a:solidFill>
                  <a:latin typeface="Albert Sans Medium" pitchFamily="2" charset="77"/>
                </a:rPr>
                <a:t>Perceived Time of Button Press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64DB2E8-9992-F5C6-A9A6-B6E47B438DC7}"/>
                </a:ext>
              </a:extLst>
            </p:cNvPr>
            <p:cNvSpPr/>
            <p:nvPr/>
          </p:nvSpPr>
          <p:spPr>
            <a:xfrm>
              <a:off x="5272944" y="5137282"/>
              <a:ext cx="360537" cy="36050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23" name="Picture 6" descr="Loop - Free interface icons">
            <a:extLst>
              <a:ext uri="{FF2B5EF4-FFF2-40B4-BE49-F238E27FC236}">
                <a16:creationId xmlns:a16="http://schemas.microsoft.com/office/drawing/2014/main" id="{4FF45373-4F7C-E565-D55B-3B95AEDC9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158774" y="950932"/>
            <a:ext cx="553435" cy="553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hought Bubble: Cloud 1039">
            <a:extLst>
              <a:ext uri="{FF2B5EF4-FFF2-40B4-BE49-F238E27FC236}">
                <a16:creationId xmlns:a16="http://schemas.microsoft.com/office/drawing/2014/main" id="{908FF0F2-1C81-7037-BD2A-DB6145920401}"/>
              </a:ext>
            </a:extLst>
          </p:cNvPr>
          <p:cNvSpPr/>
          <p:nvPr/>
        </p:nvSpPr>
        <p:spPr>
          <a:xfrm rot="20412380" flipH="1">
            <a:off x="770485" y="199986"/>
            <a:ext cx="1370469" cy="1085196"/>
          </a:xfrm>
          <a:prstGeom prst="cloudCallou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326DF-AA37-406F-819A-458C92FF10CE}"/>
              </a:ext>
            </a:extLst>
          </p:cNvPr>
          <p:cNvSpPr txBox="1"/>
          <p:nvPr/>
        </p:nvSpPr>
        <p:spPr>
          <a:xfrm>
            <a:off x="1526714" y="5640393"/>
            <a:ext cx="25692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C00000"/>
                </a:solidFill>
                <a:latin typeface="Albert Sans Medium" pitchFamily="2" charset="77"/>
              </a:rPr>
              <a:t>Are you predicting the outcome of your action before it even happens?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08EF2D-C129-E405-3005-44C4DFEA9960}"/>
              </a:ext>
            </a:extLst>
          </p:cNvPr>
          <p:cNvSpPr txBox="1"/>
          <p:nvPr/>
        </p:nvSpPr>
        <p:spPr>
          <a:xfrm>
            <a:off x="3993515" y="607693"/>
            <a:ext cx="1939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lbert Sans Medium" pitchFamily="2" charset="77"/>
              </a:rPr>
              <a:t>Sees the bulb turn 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B50ACF-A379-B60A-6452-08C6B514194B}"/>
              </a:ext>
            </a:extLst>
          </p:cNvPr>
          <p:cNvCxnSpPr>
            <a:cxnSpLocks/>
          </p:cNvCxnSpPr>
          <p:nvPr/>
        </p:nvCxnSpPr>
        <p:spPr>
          <a:xfrm flipH="1">
            <a:off x="3465671" y="950932"/>
            <a:ext cx="319669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765B61F-A64C-D16F-DE8C-D29AC28C0683}"/>
              </a:ext>
            </a:extLst>
          </p:cNvPr>
          <p:cNvSpPr txBox="1"/>
          <p:nvPr/>
        </p:nvSpPr>
        <p:spPr>
          <a:xfrm rot="16200000">
            <a:off x="-456993" y="1296754"/>
            <a:ext cx="1514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bert Sans SemiBold" pitchFamily="2" charset="77"/>
              </a:rPr>
              <a:t>Action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88752A-7BFA-E853-6A64-7E54FCA8E77A}"/>
              </a:ext>
            </a:extLst>
          </p:cNvPr>
          <p:cNvSpPr txBox="1"/>
          <p:nvPr/>
        </p:nvSpPr>
        <p:spPr>
          <a:xfrm rot="16200000">
            <a:off x="-456993" y="4479823"/>
            <a:ext cx="1514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bert Sans SemiBold" pitchFamily="2" charset="77"/>
              </a:rPr>
              <a:t>EEG</a:t>
            </a:r>
          </a:p>
        </p:txBody>
      </p:sp>
    </p:spTree>
    <p:extLst>
      <p:ext uri="{BB962C8B-B14F-4D97-AF65-F5344CB8AC3E}">
        <p14:creationId xmlns:p14="http://schemas.microsoft.com/office/powerpoint/2010/main" val="349571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phic 41">
            <a:extLst>
              <a:ext uri="{FF2B5EF4-FFF2-40B4-BE49-F238E27FC236}">
                <a16:creationId xmlns:a16="http://schemas.microsoft.com/office/drawing/2014/main" id="{ECC9686B-0E0C-74E5-DEB2-8788370BB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181498" y="-525876"/>
            <a:ext cx="15022287" cy="755102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99DC27-58A1-3AA6-C731-72F1F5846A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3102" y="-386668"/>
            <a:ext cx="4217793" cy="421779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15BA50-2FB7-4454-D608-009487EDF79F}"/>
              </a:ext>
            </a:extLst>
          </p:cNvPr>
          <p:cNvSpPr/>
          <p:nvPr/>
        </p:nvSpPr>
        <p:spPr>
          <a:xfrm>
            <a:off x="422025" y="3148525"/>
            <a:ext cx="8299939" cy="3123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549709-ADE0-B33E-8035-3EA1B2CD6CAE}"/>
              </a:ext>
            </a:extLst>
          </p:cNvPr>
          <p:cNvSpPr/>
          <p:nvPr/>
        </p:nvSpPr>
        <p:spPr>
          <a:xfrm>
            <a:off x="800093" y="3249636"/>
            <a:ext cx="2268417" cy="44966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itchFamily="2" charset="0"/>
              </a:rPr>
              <a:t>Motor Intention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DBC378-26EB-099D-BB7A-0AD57F1AFBFC}"/>
              </a:ext>
            </a:extLst>
          </p:cNvPr>
          <p:cNvSpPr/>
          <p:nvPr/>
        </p:nvSpPr>
        <p:spPr>
          <a:xfrm>
            <a:off x="3437789" y="3249636"/>
            <a:ext cx="2268417" cy="44966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itchFamily="2" charset="0"/>
              </a:rPr>
              <a:t>Motor Planning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102AD8-A5F4-22EE-647D-6BBF5440C3BB}"/>
              </a:ext>
            </a:extLst>
          </p:cNvPr>
          <p:cNvSpPr/>
          <p:nvPr/>
        </p:nvSpPr>
        <p:spPr>
          <a:xfrm>
            <a:off x="6075485" y="3249636"/>
            <a:ext cx="2268417" cy="44966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itchFamily="2" charset="0"/>
              </a:rPr>
              <a:t>Action Execution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AFE66-5A3D-5BD7-5E40-BF1F094EACC3}"/>
              </a:ext>
            </a:extLst>
          </p:cNvPr>
          <p:cNvSpPr/>
          <p:nvPr/>
        </p:nvSpPr>
        <p:spPr>
          <a:xfrm>
            <a:off x="800093" y="4204230"/>
            <a:ext cx="2268417" cy="44966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Predicted Outcome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42063-CE28-3E72-341B-4657D98C0261}"/>
              </a:ext>
            </a:extLst>
          </p:cNvPr>
          <p:cNvSpPr/>
          <p:nvPr/>
        </p:nvSpPr>
        <p:spPr>
          <a:xfrm>
            <a:off x="6075485" y="4204230"/>
            <a:ext cx="2268417" cy="44966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Actual 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45DA73-1FDF-34F8-D123-C8878979B524}"/>
              </a:ext>
            </a:extLst>
          </p:cNvPr>
          <p:cNvSpPr/>
          <p:nvPr/>
        </p:nvSpPr>
        <p:spPr>
          <a:xfrm>
            <a:off x="2918035" y="5158824"/>
            <a:ext cx="3307924" cy="4496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Match ➔ Sense of Agency?</a:t>
            </a: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7D9ECC40-134C-B73C-80A4-5F0862875CCA}"/>
              </a:ext>
            </a:extLst>
          </p:cNvPr>
          <p:cNvSpPr/>
          <p:nvPr/>
        </p:nvSpPr>
        <p:spPr>
          <a:xfrm>
            <a:off x="422026" y="2277332"/>
            <a:ext cx="8299939" cy="871193"/>
          </a:xfrm>
          <a:prstGeom prst="trapezoid">
            <a:avLst>
              <a:gd name="adj" fmla="val 217528"/>
            </a:avLst>
          </a:prstGeom>
          <a:gradFill>
            <a:gsLst>
              <a:gs pos="0">
                <a:schemeClr val="bg1">
                  <a:lumMod val="85000"/>
                  <a:alpha val="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5792CC-536B-980D-142B-F6217A820D1F}"/>
              </a:ext>
            </a:extLst>
          </p:cNvPr>
          <p:cNvCxnSpPr>
            <a:cxnSpLocks/>
          </p:cNvCxnSpPr>
          <p:nvPr/>
        </p:nvCxnSpPr>
        <p:spPr>
          <a:xfrm>
            <a:off x="5746858" y="3474467"/>
            <a:ext cx="287975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1ACB1C-1D31-FD14-B8CF-C84A3C261FDF}"/>
              </a:ext>
            </a:extLst>
          </p:cNvPr>
          <p:cNvCxnSpPr>
            <a:cxnSpLocks/>
          </p:cNvCxnSpPr>
          <p:nvPr/>
        </p:nvCxnSpPr>
        <p:spPr>
          <a:xfrm>
            <a:off x="3109162" y="3474467"/>
            <a:ext cx="287975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B8AB07F-BC8A-0394-06AB-021ADCF098C0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1934302" y="3699298"/>
            <a:ext cx="0" cy="5049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F496F8-4525-A307-4B8E-552B60F5789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209694" y="3699298"/>
            <a:ext cx="0" cy="5049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AA57E5-54CB-8F6C-B311-4A83A4C38AD0}"/>
              </a:ext>
            </a:extLst>
          </p:cNvPr>
          <p:cNvCxnSpPr>
            <a:cxnSpLocks/>
          </p:cNvCxnSpPr>
          <p:nvPr/>
        </p:nvCxnSpPr>
        <p:spPr>
          <a:xfrm>
            <a:off x="3158476" y="4525038"/>
            <a:ext cx="436371" cy="56596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3E8DDFD-D10A-01B1-577A-F643F9C300C9}"/>
              </a:ext>
            </a:extLst>
          </p:cNvPr>
          <p:cNvCxnSpPr>
            <a:cxnSpLocks/>
          </p:cNvCxnSpPr>
          <p:nvPr/>
        </p:nvCxnSpPr>
        <p:spPr>
          <a:xfrm flipH="1">
            <a:off x="5549148" y="4525037"/>
            <a:ext cx="436371" cy="56596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1A4F08AC-FF6A-147A-EF41-7BD4DC373AA2}"/>
              </a:ext>
            </a:extLst>
          </p:cNvPr>
          <p:cNvSpPr/>
          <p:nvPr/>
        </p:nvSpPr>
        <p:spPr>
          <a:xfrm>
            <a:off x="2950442" y="5696095"/>
            <a:ext cx="3243103" cy="4496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Machine Learning with EEG</a:t>
            </a:r>
          </a:p>
        </p:txBody>
      </p:sp>
    </p:spTree>
    <p:extLst>
      <p:ext uri="{BB962C8B-B14F-4D97-AF65-F5344CB8AC3E}">
        <p14:creationId xmlns:p14="http://schemas.microsoft.com/office/powerpoint/2010/main" val="318790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60</Words>
  <Application>Microsoft Macintosh PowerPoint</Application>
  <PresentationFormat>Custom</PresentationFormat>
  <Paragraphs>17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Albert Sans Medium</vt:lpstr>
      <vt:lpstr>Albert Sans SemiBold</vt:lpstr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Anway Pimpalkar</dc:creator>
  <cp:lastModifiedBy>Anway Pimpalkar</cp:lastModifiedBy>
  <cp:revision>3</cp:revision>
  <dcterms:created xsi:type="dcterms:W3CDTF">2024-05-26T16:10:53Z</dcterms:created>
  <dcterms:modified xsi:type="dcterms:W3CDTF">2025-04-13T03:57:10Z</dcterms:modified>
</cp:coreProperties>
</file>