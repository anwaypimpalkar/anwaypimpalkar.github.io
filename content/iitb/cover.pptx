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7" r:id="rId2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727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7"/>
    <p:restoredTop sz="94668"/>
  </p:normalViewPr>
  <p:slideViewPr>
    <p:cSldViewPr snapToGrid="0">
      <p:cViewPr>
        <p:scale>
          <a:sx n="92" d="100"/>
          <a:sy n="92" d="100"/>
        </p:scale>
        <p:origin x="1184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76D62F-294C-E64A-BA14-F14BBB4E7C2F}" type="datetimeFigureOut">
              <a:rPr lang="en-US" smtClean="0"/>
              <a:t>4/12/25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23963" y="1143000"/>
            <a:ext cx="4410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4094C-0284-4D41-AFC6-B2EE26AC0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091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24094C-0284-4D41-AFC6-B2EE26AC05F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274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047539"/>
            <a:ext cx="7772400" cy="2228427"/>
          </a:xfrm>
        </p:spPr>
        <p:txBody>
          <a:bodyPr anchor="b"/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361902"/>
            <a:ext cx="6858000" cy="1545378"/>
          </a:xfrm>
        </p:spPr>
        <p:txBody>
          <a:bodyPr/>
          <a:lstStyle>
            <a:lvl1pPr marL="0" indent="0" algn="ctr">
              <a:buNone/>
              <a:defRPr sz="2240"/>
            </a:lvl1pPr>
            <a:lvl2pPr marL="426705" indent="0" algn="ctr">
              <a:buNone/>
              <a:defRPr sz="1867"/>
            </a:lvl2pPr>
            <a:lvl3pPr marL="853410" indent="0" algn="ctr">
              <a:buNone/>
              <a:defRPr sz="1680"/>
            </a:lvl3pPr>
            <a:lvl4pPr marL="1280114" indent="0" algn="ctr">
              <a:buNone/>
              <a:defRPr sz="1493"/>
            </a:lvl4pPr>
            <a:lvl5pPr marL="1706819" indent="0" algn="ctr">
              <a:buNone/>
              <a:defRPr sz="1493"/>
            </a:lvl5pPr>
            <a:lvl6pPr marL="2133524" indent="0" algn="ctr">
              <a:buNone/>
              <a:defRPr sz="1493"/>
            </a:lvl6pPr>
            <a:lvl7pPr marL="2560229" indent="0" algn="ctr">
              <a:buNone/>
              <a:defRPr sz="1493"/>
            </a:lvl7pPr>
            <a:lvl8pPr marL="2986933" indent="0" algn="ctr">
              <a:buNone/>
              <a:defRPr sz="1493"/>
            </a:lvl8pPr>
            <a:lvl9pPr marL="3413638" indent="0" algn="ctr">
              <a:buNone/>
              <a:defRPr sz="149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455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10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595757"/>
            <a:ext cx="7886700" cy="2662555"/>
          </a:xfrm>
        </p:spPr>
        <p:txBody>
          <a:bodyPr anchor="b"/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83500"/>
            <a:ext cx="7886700" cy="1400175"/>
          </a:xfrm>
        </p:spPr>
        <p:txBody>
          <a:bodyPr/>
          <a:lstStyle>
            <a:lvl1pPr marL="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1pPr>
            <a:lvl2pPr marL="426705" indent="0">
              <a:buNone/>
              <a:defRPr sz="1867">
                <a:solidFill>
                  <a:schemeClr val="tx1">
                    <a:tint val="82000"/>
                  </a:schemeClr>
                </a:solidFill>
              </a:defRPr>
            </a:lvl2pPr>
            <a:lvl3pPr marL="85341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3pPr>
            <a:lvl4pPr marL="1280114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4pPr>
            <a:lvl5pPr marL="1706819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5pPr>
            <a:lvl6pPr marL="2133524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6pPr>
            <a:lvl7pPr marL="2560229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7pPr>
            <a:lvl8pPr marL="2986933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8pPr>
            <a:lvl9pPr marL="3413638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33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703917"/>
            <a:ext cx="38862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703917"/>
            <a:ext cx="38862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0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0785"/>
            <a:ext cx="788670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569085"/>
            <a:ext cx="3868340" cy="768985"/>
          </a:xfrm>
        </p:spPr>
        <p:txBody>
          <a:bodyPr anchor="b"/>
          <a:lstStyle>
            <a:lvl1pPr marL="0" indent="0">
              <a:buNone/>
              <a:defRPr sz="2240" b="1"/>
            </a:lvl1pPr>
            <a:lvl2pPr marL="426705" indent="0">
              <a:buNone/>
              <a:defRPr sz="1867" b="1"/>
            </a:lvl2pPr>
            <a:lvl3pPr marL="853410" indent="0">
              <a:buNone/>
              <a:defRPr sz="1680" b="1"/>
            </a:lvl3pPr>
            <a:lvl4pPr marL="1280114" indent="0">
              <a:buNone/>
              <a:defRPr sz="1493" b="1"/>
            </a:lvl4pPr>
            <a:lvl5pPr marL="1706819" indent="0">
              <a:buNone/>
              <a:defRPr sz="1493" b="1"/>
            </a:lvl5pPr>
            <a:lvl6pPr marL="2133524" indent="0">
              <a:buNone/>
              <a:defRPr sz="1493" b="1"/>
            </a:lvl6pPr>
            <a:lvl7pPr marL="2560229" indent="0">
              <a:buNone/>
              <a:defRPr sz="1493" b="1"/>
            </a:lvl7pPr>
            <a:lvl8pPr marL="2986933" indent="0">
              <a:buNone/>
              <a:defRPr sz="1493" b="1"/>
            </a:lvl8pPr>
            <a:lvl9pPr marL="3413638" indent="0">
              <a:buNone/>
              <a:defRPr sz="14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338070"/>
            <a:ext cx="3868340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569085"/>
            <a:ext cx="3887391" cy="768985"/>
          </a:xfrm>
        </p:spPr>
        <p:txBody>
          <a:bodyPr anchor="b"/>
          <a:lstStyle>
            <a:lvl1pPr marL="0" indent="0">
              <a:buNone/>
              <a:defRPr sz="2240" b="1"/>
            </a:lvl1pPr>
            <a:lvl2pPr marL="426705" indent="0">
              <a:buNone/>
              <a:defRPr sz="1867" b="1"/>
            </a:lvl2pPr>
            <a:lvl3pPr marL="853410" indent="0">
              <a:buNone/>
              <a:defRPr sz="1680" b="1"/>
            </a:lvl3pPr>
            <a:lvl4pPr marL="1280114" indent="0">
              <a:buNone/>
              <a:defRPr sz="1493" b="1"/>
            </a:lvl4pPr>
            <a:lvl5pPr marL="1706819" indent="0">
              <a:buNone/>
              <a:defRPr sz="1493" b="1"/>
            </a:lvl5pPr>
            <a:lvl6pPr marL="2133524" indent="0">
              <a:buNone/>
              <a:defRPr sz="1493" b="1"/>
            </a:lvl6pPr>
            <a:lvl7pPr marL="2560229" indent="0">
              <a:buNone/>
              <a:defRPr sz="1493" b="1"/>
            </a:lvl7pPr>
            <a:lvl8pPr marL="2986933" indent="0">
              <a:buNone/>
              <a:defRPr sz="1493" b="1"/>
            </a:lvl8pPr>
            <a:lvl9pPr marL="3413638" indent="0">
              <a:buNone/>
              <a:defRPr sz="14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2338070"/>
            <a:ext cx="3887391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0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961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078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26720"/>
            <a:ext cx="2949178" cy="1493520"/>
          </a:xfrm>
        </p:spPr>
        <p:txBody>
          <a:bodyPr anchor="b"/>
          <a:lstStyle>
            <a:lvl1pPr>
              <a:defRPr sz="29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21598"/>
            <a:ext cx="4629150" cy="4548717"/>
          </a:xfrm>
        </p:spPr>
        <p:txBody>
          <a:bodyPr/>
          <a:lstStyle>
            <a:lvl1pPr>
              <a:defRPr sz="2987"/>
            </a:lvl1pPr>
            <a:lvl2pPr>
              <a:defRPr sz="2613"/>
            </a:lvl2pPr>
            <a:lvl3pPr>
              <a:defRPr sz="2240"/>
            </a:lvl3pPr>
            <a:lvl4pPr>
              <a:defRPr sz="1867"/>
            </a:lvl4pPr>
            <a:lvl5pPr>
              <a:defRPr sz="1867"/>
            </a:lvl5pPr>
            <a:lvl6pPr>
              <a:defRPr sz="1867"/>
            </a:lvl6pPr>
            <a:lvl7pPr>
              <a:defRPr sz="1867"/>
            </a:lvl7pPr>
            <a:lvl8pPr>
              <a:defRPr sz="1867"/>
            </a:lvl8pPr>
            <a:lvl9pPr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920240"/>
            <a:ext cx="2949178" cy="3557482"/>
          </a:xfrm>
        </p:spPr>
        <p:txBody>
          <a:bodyPr/>
          <a:lstStyle>
            <a:lvl1pPr marL="0" indent="0">
              <a:buNone/>
              <a:defRPr sz="1493"/>
            </a:lvl1pPr>
            <a:lvl2pPr marL="426705" indent="0">
              <a:buNone/>
              <a:defRPr sz="1307"/>
            </a:lvl2pPr>
            <a:lvl3pPr marL="853410" indent="0">
              <a:buNone/>
              <a:defRPr sz="1120"/>
            </a:lvl3pPr>
            <a:lvl4pPr marL="1280114" indent="0">
              <a:buNone/>
              <a:defRPr sz="933"/>
            </a:lvl4pPr>
            <a:lvl5pPr marL="1706819" indent="0">
              <a:buNone/>
              <a:defRPr sz="933"/>
            </a:lvl5pPr>
            <a:lvl6pPr marL="2133524" indent="0">
              <a:buNone/>
              <a:defRPr sz="933"/>
            </a:lvl6pPr>
            <a:lvl7pPr marL="2560229" indent="0">
              <a:buNone/>
              <a:defRPr sz="933"/>
            </a:lvl7pPr>
            <a:lvl8pPr marL="2986933" indent="0">
              <a:buNone/>
              <a:defRPr sz="933"/>
            </a:lvl8pPr>
            <a:lvl9pPr marL="3413638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606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26720"/>
            <a:ext cx="2949178" cy="1493520"/>
          </a:xfrm>
        </p:spPr>
        <p:txBody>
          <a:bodyPr anchor="b"/>
          <a:lstStyle>
            <a:lvl1pPr>
              <a:defRPr sz="29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21598"/>
            <a:ext cx="4629150" cy="4548717"/>
          </a:xfrm>
        </p:spPr>
        <p:txBody>
          <a:bodyPr anchor="t"/>
          <a:lstStyle>
            <a:lvl1pPr marL="0" indent="0">
              <a:buNone/>
              <a:defRPr sz="2987"/>
            </a:lvl1pPr>
            <a:lvl2pPr marL="426705" indent="0">
              <a:buNone/>
              <a:defRPr sz="2613"/>
            </a:lvl2pPr>
            <a:lvl3pPr marL="853410" indent="0">
              <a:buNone/>
              <a:defRPr sz="2240"/>
            </a:lvl3pPr>
            <a:lvl4pPr marL="1280114" indent="0">
              <a:buNone/>
              <a:defRPr sz="1867"/>
            </a:lvl4pPr>
            <a:lvl5pPr marL="1706819" indent="0">
              <a:buNone/>
              <a:defRPr sz="1867"/>
            </a:lvl5pPr>
            <a:lvl6pPr marL="2133524" indent="0">
              <a:buNone/>
              <a:defRPr sz="1867"/>
            </a:lvl6pPr>
            <a:lvl7pPr marL="2560229" indent="0">
              <a:buNone/>
              <a:defRPr sz="1867"/>
            </a:lvl7pPr>
            <a:lvl8pPr marL="2986933" indent="0">
              <a:buNone/>
              <a:defRPr sz="1867"/>
            </a:lvl8pPr>
            <a:lvl9pPr marL="3413638" indent="0">
              <a:buNone/>
              <a:defRPr sz="18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920240"/>
            <a:ext cx="2949178" cy="3557482"/>
          </a:xfrm>
        </p:spPr>
        <p:txBody>
          <a:bodyPr/>
          <a:lstStyle>
            <a:lvl1pPr marL="0" indent="0">
              <a:buNone/>
              <a:defRPr sz="1493"/>
            </a:lvl1pPr>
            <a:lvl2pPr marL="426705" indent="0">
              <a:buNone/>
              <a:defRPr sz="1307"/>
            </a:lvl2pPr>
            <a:lvl3pPr marL="853410" indent="0">
              <a:buNone/>
              <a:defRPr sz="1120"/>
            </a:lvl3pPr>
            <a:lvl4pPr marL="1280114" indent="0">
              <a:buNone/>
              <a:defRPr sz="933"/>
            </a:lvl4pPr>
            <a:lvl5pPr marL="1706819" indent="0">
              <a:buNone/>
              <a:defRPr sz="933"/>
            </a:lvl5pPr>
            <a:lvl6pPr marL="2133524" indent="0">
              <a:buNone/>
              <a:defRPr sz="933"/>
            </a:lvl6pPr>
            <a:lvl7pPr marL="2560229" indent="0">
              <a:buNone/>
              <a:defRPr sz="933"/>
            </a:lvl7pPr>
            <a:lvl8pPr marL="2986933" indent="0">
              <a:buNone/>
              <a:defRPr sz="933"/>
            </a:lvl8pPr>
            <a:lvl9pPr marL="3413638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085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535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40783"/>
            <a:ext cx="1971675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40783"/>
            <a:ext cx="5800725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69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40785"/>
            <a:ext cx="788670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703917"/>
            <a:ext cx="788670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932595"/>
            <a:ext cx="20574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F94CF4-DC5B-F746-A6B2-66C89B28EAF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932595"/>
            <a:ext cx="30861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932595"/>
            <a:ext cx="20574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537CBA-4CC8-934D-A068-06D829C1E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522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53410" rtl="0" eaLnBrk="1" latinLnBrk="0" hangingPunct="1">
        <a:lnSpc>
          <a:spcPct val="90000"/>
        </a:lnSpc>
        <a:spcBef>
          <a:spcPct val="0"/>
        </a:spcBef>
        <a:buNone/>
        <a:defRPr sz="41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3352" indent="-213352" algn="l" defTabSz="8534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2613" kern="1200">
          <a:solidFill>
            <a:schemeClr val="tx1"/>
          </a:solidFill>
          <a:latin typeface="+mn-lt"/>
          <a:ea typeface="+mn-ea"/>
          <a:cs typeface="+mn-cs"/>
        </a:defRPr>
      </a:lvl1pPr>
      <a:lvl2pPr marL="640057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2pPr>
      <a:lvl3pPr marL="1066762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493467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920171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346876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773581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6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626990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26705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53410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14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706819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133524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560229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2986933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413638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41">
            <a:extLst>
              <a:ext uri="{FF2B5EF4-FFF2-40B4-BE49-F238E27FC236}">
                <a16:creationId xmlns:a16="http://schemas.microsoft.com/office/drawing/2014/main" id="{ECC9686B-0E0C-74E5-DEB2-8788370BB6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181498" y="-525876"/>
            <a:ext cx="15022287" cy="755102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15BA50-2FB7-4454-D608-009487EDF79F}"/>
              </a:ext>
            </a:extLst>
          </p:cNvPr>
          <p:cNvSpPr/>
          <p:nvPr/>
        </p:nvSpPr>
        <p:spPr>
          <a:xfrm>
            <a:off x="422025" y="3148525"/>
            <a:ext cx="8299939" cy="3123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549709-ADE0-B33E-8035-3EA1B2CD6CAE}"/>
              </a:ext>
            </a:extLst>
          </p:cNvPr>
          <p:cNvSpPr/>
          <p:nvPr/>
        </p:nvSpPr>
        <p:spPr>
          <a:xfrm>
            <a:off x="800093" y="3249636"/>
            <a:ext cx="2268417" cy="44966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itchFamily="2" charset="0"/>
              </a:rPr>
              <a:t>Motor Intention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DBC378-26EB-099D-BB7A-0AD57F1AFBFC}"/>
              </a:ext>
            </a:extLst>
          </p:cNvPr>
          <p:cNvSpPr/>
          <p:nvPr/>
        </p:nvSpPr>
        <p:spPr>
          <a:xfrm>
            <a:off x="3437789" y="3249636"/>
            <a:ext cx="2268417" cy="44966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itchFamily="2" charset="0"/>
              </a:rPr>
              <a:t>Motor Planning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102AD8-A5F4-22EE-647D-6BBF5440C3BB}"/>
              </a:ext>
            </a:extLst>
          </p:cNvPr>
          <p:cNvSpPr/>
          <p:nvPr/>
        </p:nvSpPr>
        <p:spPr>
          <a:xfrm>
            <a:off x="6075485" y="3249636"/>
            <a:ext cx="2268417" cy="44966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itchFamily="2" charset="0"/>
              </a:rPr>
              <a:t>Action Execution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5AFE66-5A3D-5BD7-5E40-BF1F094EACC3}"/>
              </a:ext>
            </a:extLst>
          </p:cNvPr>
          <p:cNvSpPr/>
          <p:nvPr/>
        </p:nvSpPr>
        <p:spPr>
          <a:xfrm>
            <a:off x="800093" y="4204230"/>
            <a:ext cx="2268417" cy="44966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</a:rPr>
              <a:t>Predicted Outcome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F42063-CE28-3E72-341B-4657D98C0261}"/>
              </a:ext>
            </a:extLst>
          </p:cNvPr>
          <p:cNvSpPr/>
          <p:nvPr/>
        </p:nvSpPr>
        <p:spPr>
          <a:xfrm>
            <a:off x="6075485" y="4204230"/>
            <a:ext cx="2268417" cy="44966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</a:rPr>
              <a:t>Actual Outcome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45DA73-1FDF-34F8-D123-C8878979B524}"/>
              </a:ext>
            </a:extLst>
          </p:cNvPr>
          <p:cNvSpPr/>
          <p:nvPr/>
        </p:nvSpPr>
        <p:spPr>
          <a:xfrm>
            <a:off x="2918031" y="5197700"/>
            <a:ext cx="3307924" cy="4496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Helvetica" pitchFamily="2" charset="0"/>
              </a:rPr>
              <a:t>Match ➔ Sense of Agency?</a:t>
            </a:r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7D9ECC40-134C-B73C-80A4-5F0862875CCA}"/>
              </a:ext>
            </a:extLst>
          </p:cNvPr>
          <p:cNvSpPr/>
          <p:nvPr/>
        </p:nvSpPr>
        <p:spPr>
          <a:xfrm>
            <a:off x="422025" y="2304633"/>
            <a:ext cx="8299939" cy="846530"/>
          </a:xfrm>
          <a:prstGeom prst="trapezoid">
            <a:avLst>
              <a:gd name="adj" fmla="val 350977"/>
            </a:avLst>
          </a:prstGeom>
          <a:gradFill>
            <a:gsLst>
              <a:gs pos="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792CC-536B-980D-142B-F6217A820D1F}"/>
              </a:ext>
            </a:extLst>
          </p:cNvPr>
          <p:cNvCxnSpPr>
            <a:cxnSpLocks/>
          </p:cNvCxnSpPr>
          <p:nvPr/>
        </p:nvCxnSpPr>
        <p:spPr>
          <a:xfrm>
            <a:off x="5746858" y="3474467"/>
            <a:ext cx="287975" cy="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1ACB1C-1D31-FD14-B8CF-C84A3C261FDF}"/>
              </a:ext>
            </a:extLst>
          </p:cNvPr>
          <p:cNvCxnSpPr>
            <a:cxnSpLocks/>
          </p:cNvCxnSpPr>
          <p:nvPr/>
        </p:nvCxnSpPr>
        <p:spPr>
          <a:xfrm>
            <a:off x="3109162" y="3474467"/>
            <a:ext cx="287975" cy="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B8AB07F-BC8A-0394-06AB-021ADCF098C0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1934302" y="3699298"/>
            <a:ext cx="0" cy="504932"/>
          </a:xfrm>
          <a:prstGeom prst="line">
            <a:avLst/>
          </a:prstGeom>
          <a:ln w="25400">
            <a:solidFill>
              <a:schemeClr val="bg2">
                <a:lumMod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F496F8-4525-A307-4B8E-552B60F5789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7209694" y="3699298"/>
            <a:ext cx="0" cy="504932"/>
          </a:xfrm>
          <a:prstGeom prst="line">
            <a:avLst/>
          </a:prstGeom>
          <a:ln w="25400">
            <a:solidFill>
              <a:schemeClr val="bg2">
                <a:lumMod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AA57E5-54CB-8F6C-B311-4A83A4C38AD0}"/>
              </a:ext>
            </a:extLst>
          </p:cNvPr>
          <p:cNvCxnSpPr>
            <a:cxnSpLocks/>
          </p:cNvCxnSpPr>
          <p:nvPr/>
        </p:nvCxnSpPr>
        <p:spPr>
          <a:xfrm>
            <a:off x="3158476" y="4525038"/>
            <a:ext cx="436371" cy="565961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3E8DDFD-D10A-01B1-577A-F643F9C300C9}"/>
              </a:ext>
            </a:extLst>
          </p:cNvPr>
          <p:cNvCxnSpPr>
            <a:cxnSpLocks/>
          </p:cNvCxnSpPr>
          <p:nvPr/>
        </p:nvCxnSpPr>
        <p:spPr>
          <a:xfrm flipH="1">
            <a:off x="5549148" y="4525037"/>
            <a:ext cx="436371" cy="565961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  <a:prstDash val="solid"/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1A4F08AC-FF6A-147A-EF41-7BD4DC373AA2}"/>
              </a:ext>
            </a:extLst>
          </p:cNvPr>
          <p:cNvSpPr/>
          <p:nvPr/>
        </p:nvSpPr>
        <p:spPr>
          <a:xfrm>
            <a:off x="2950441" y="5734628"/>
            <a:ext cx="3243103" cy="449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  <a:latin typeface="Helvetica" pitchFamily="2" charset="0"/>
              </a:rPr>
              <a:t>Evaluating using ML and EEG on a Libet Clock Paradigm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499DC27-58A1-3AA6-C731-72F1F5846A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88648" y="-386668"/>
            <a:ext cx="3966703" cy="396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050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</TotalTime>
  <Words>27</Words>
  <Application>Microsoft Macintosh PowerPoint</Application>
  <PresentationFormat>Custom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Anway Pimpalkar</dc:creator>
  <cp:lastModifiedBy>Anway Pimpalkar</cp:lastModifiedBy>
  <cp:revision>7</cp:revision>
  <dcterms:created xsi:type="dcterms:W3CDTF">2024-05-26T16:10:53Z</dcterms:created>
  <dcterms:modified xsi:type="dcterms:W3CDTF">2025-04-13T04:08:41Z</dcterms:modified>
</cp:coreProperties>
</file>